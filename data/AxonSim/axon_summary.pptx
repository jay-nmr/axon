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02"/>
    <p:restoredTop sz="94719"/>
  </p:normalViewPr>
  <p:slideViewPr>
    <p:cSldViewPr snapToGrid="0">
      <p:cViewPr varScale="1">
        <p:scale>
          <a:sx n="118" d="100"/>
          <a:sy n="118" d="100"/>
        </p:scale>
        <p:origin x="240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0472B-DAF8-5217-3817-BC2E54B78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110E11-1EAA-7623-09EC-867C11464C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AE728-ED89-A253-0110-BDCBFB055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BB62-9A7A-5E46-89D9-6BC90D83CB4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4B302-890A-C17B-E822-2755C00AF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98ACE-C69D-8A12-D487-6C521778D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DF10-170D-5740-9F8A-F4E1B54C8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719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2C8A5-A21D-95C8-C5B2-ED76FE558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DCD7F-53DF-8A3D-7812-FC36BDB3E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6F25F-9F40-45D5-E671-B396C6204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BB62-9A7A-5E46-89D9-6BC90D83CB4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F4265-95C9-7920-EE70-308D8BC20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AD06B-030C-B4CA-8E60-AC20AFD5C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DF10-170D-5740-9F8A-F4E1B54C8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24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286F6-C5EE-B044-5A33-DF01B94BE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031E12-DAF3-2B0E-FBBC-44071F746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CFB74-202F-4AB7-A55C-DAF8FFBFF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BB62-9A7A-5E46-89D9-6BC90D83CB4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B23CF-57B9-573A-F92B-24C001A2F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9F7EE-FC75-4B1B-1BF9-ADE36DEB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DF10-170D-5740-9F8A-F4E1B54C8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277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7092E-B436-9F3D-30FF-228413A65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AF3F6-CFB4-D774-C04C-5E53C7383C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AD1F59-AC1A-8CA3-203C-28AC9A77C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94816-C573-1B10-4DAE-7ED7C7992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BB62-9A7A-5E46-89D9-6BC90D83CB4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DB9FB4-70EC-FD03-1F08-0C356277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11B33-D68E-0946-DA07-FEFC55C33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DF10-170D-5740-9F8A-F4E1B54C8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496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B44EC-E1D3-480C-4D06-FD3F71201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35ED7-4998-6D76-5101-BF79170B3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CABEC-7536-7F53-0012-D61BB2250E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76D399-6C50-049D-0524-0F91B9EAAE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64FD83-8B28-0D55-DC5A-4DB837BA0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41F2FF-272B-53B0-391E-53B32F0FB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BB62-9A7A-5E46-89D9-6BC90D83CB4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3C34FA-BA6D-7AC1-FB1E-C9EC358DC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C8F5D8-BF24-5FC4-ACD4-F0BE12885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DF10-170D-5740-9F8A-F4E1B54C8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22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769DB-0694-6A4E-33D4-9B3778775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709C1E-7F7D-1B4F-4739-A16834B8B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BB62-9A7A-5E46-89D9-6BC90D83CB4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4BF35-6CB3-EB8C-09F4-4201F15C2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56EFD-47F7-0857-B439-9B6D3078C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DF10-170D-5740-9F8A-F4E1B54C8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430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90C825-19F4-078B-CF8B-7E7802E97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BB62-9A7A-5E46-89D9-6BC90D83CB4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14FEA5-BFE1-B9EC-0F1D-B323BF6A6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9FCDD9-9659-8B8B-2AA9-864A10708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DF10-170D-5740-9F8A-F4E1B54C8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82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6ABCB-B169-5A21-8F68-C2BA46AFB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77C3D-EA65-409A-8B02-703EEC167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1CBC27-7A2A-991F-D4A7-2F37E3561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7D2A3-A7A9-0373-2850-51EECF135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BB62-9A7A-5E46-89D9-6BC90D83CB4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99D50-4B66-D276-9C3E-BF42497D4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588FB0-EF2B-0447-0DFA-7F6CEC377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DF10-170D-5740-9F8A-F4E1B54C8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17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48857-91F3-4ABB-D8D5-0342877E9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C1DF06-4F61-AFDD-D981-D9826B5E3F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90BA16-CB39-DDB8-8019-37DC8EA5D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66E5D-16E2-86FD-718A-E3F1755BD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BB62-9A7A-5E46-89D9-6BC90D83CB4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B06431-F98D-3C77-FA2E-19B72B197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72111-092F-9298-3029-36513F7A2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DF10-170D-5740-9F8A-F4E1B54C8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067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E8143-DFF1-1359-8BB7-BAC16DA1E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A4B686-A684-6BA8-0DB5-2D0CE6399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9BC64-F7FA-7091-71CD-E9AF9855D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BB62-9A7A-5E46-89D9-6BC90D83CB4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09663-3BC2-BE5F-07F3-57FB2049B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B6A57-181C-30B6-2559-C897C3CCB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DF10-170D-5740-9F8A-F4E1B54C8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73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CC1FC4-C4E5-6641-A402-23AFBBF502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83D3A4-A88B-2F3C-C9DB-1433651337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D052E-32D7-E4A2-1C31-7244F08A4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BB62-9A7A-5E46-89D9-6BC90D83CB4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788ED-D4C6-828C-9011-C1729F7D3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B7385-922C-5972-5711-B419F820D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DF10-170D-5740-9F8A-F4E1B54C8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152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5AA6AE-8FF7-711B-B6B4-070F3EBF3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1FE8C-735B-7A74-D668-9F1EBEFE9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A3AC5-231B-634A-C136-FC1BE21B9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50BB62-9A7A-5E46-89D9-6BC90D83CB4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CB5F7-356A-C22C-C0AA-DCBDE3BDAC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0AB76-FDD8-92E2-E3CE-600F7838AA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01DF10-170D-5740-9F8A-F4E1B54C8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204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09F27-F694-0BB4-4D99-F74361615C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F29AA0-6036-081D-FB4D-9544171465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809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293AA4-5181-FAED-ADA7-BBD3E8A86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83" y="328746"/>
            <a:ext cx="11364311" cy="5776858"/>
          </a:xfrm>
          <a:prstGeom prst="rect">
            <a:avLst/>
          </a:prstGeom>
        </p:spPr>
      </p:pic>
      <p:pic>
        <p:nvPicPr>
          <p:cNvPr id="2" name="Google Shape;54;p13" title="Screen Shot 2025-06-23 at 3.43.09 PM.png">
            <a:extLst>
              <a:ext uri="{FF2B5EF4-FFF2-40B4-BE49-F238E27FC236}">
                <a16:creationId xmlns:a16="http://schemas.microsoft.com/office/drawing/2014/main" id="{15427548-0102-7D93-0B5E-6D2ADA8EEBFF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478" y="74762"/>
            <a:ext cx="2213271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0;p18" title="Screen Shot 2025-06-23 at 3.49.56 PM.png">
            <a:extLst>
              <a:ext uri="{FF2B5EF4-FFF2-40B4-BE49-F238E27FC236}">
                <a16:creationId xmlns:a16="http://schemas.microsoft.com/office/drawing/2014/main" id="{6EE12049-DB1D-D9DF-5611-5F01F3D48563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7483" y="64698"/>
            <a:ext cx="2643066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25;p23" title="Screen Shot 2025-06-23 at 3.52.04 PM.png">
            <a:extLst>
              <a:ext uri="{FF2B5EF4-FFF2-40B4-BE49-F238E27FC236}">
                <a16:creationId xmlns:a16="http://schemas.microsoft.com/office/drawing/2014/main" id="{85947F60-971C-CD59-798F-F4040953A6F2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360762"/>
            <a:ext cx="2770227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0;p28" title="Screen Shot 2025-06-23 at 3.58.36 PM.png">
            <a:extLst>
              <a:ext uri="{FF2B5EF4-FFF2-40B4-BE49-F238E27FC236}">
                <a16:creationId xmlns:a16="http://schemas.microsoft.com/office/drawing/2014/main" id="{27DEC334-1D8D-F883-BA51-7EF293721978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70227" y="2340633"/>
            <a:ext cx="2579922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94;p33" title="Screen Shot 2025-06-23 at 4.00.49 PM.png">
            <a:extLst>
              <a:ext uri="{FF2B5EF4-FFF2-40B4-BE49-F238E27FC236}">
                <a16:creationId xmlns:a16="http://schemas.microsoft.com/office/drawing/2014/main" id="{E47C137F-1B21-B645-1D24-8D78B56D3CBE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206" y="4572000"/>
            <a:ext cx="2588782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29;p38" title="Screen Shot 2025-06-23 at 4.02.36 PM.png">
            <a:extLst>
              <a:ext uri="{FF2B5EF4-FFF2-40B4-BE49-F238E27FC236}">
                <a16:creationId xmlns:a16="http://schemas.microsoft.com/office/drawing/2014/main" id="{18B67997-AF35-5A54-02DB-ECAF449C1F5A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67260" y="4572000"/>
            <a:ext cx="2344089" cy="2286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6689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4EAB1D-F426-3AF9-4DC4-3FCC1F878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8852"/>
            <a:ext cx="4835585" cy="4835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37A67C-02E1-40B1-ABB1-80FABEC15931}"/>
              </a:ext>
            </a:extLst>
          </p:cNvPr>
          <p:cNvSpPr txBox="1"/>
          <p:nvPr/>
        </p:nvSpPr>
        <p:spPr>
          <a:xfrm>
            <a:off x="5582153" y="646983"/>
            <a:ext cx="585647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Diffusion of different wave/bead; like two factor</a:t>
            </a:r>
          </a:p>
          <a:p>
            <a:pPr marL="342900" indent="-342900">
              <a:buAutoNum type="arabicPeriod"/>
            </a:pPr>
            <a:r>
              <a:rPr lang="en-US" dirty="0"/>
              <a:t>The real experiments ranges from 50ms to 100ms  therefore we cannot fit the short-range diffusion equation ;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Comparison of different type axons and how the twist or bead affects  </a:t>
            </a:r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dirty="0"/>
              <a:t>2</a:t>
            </a:r>
            <a:r>
              <a:rPr lang="en-US"/>
              <a:t>.  Bundle </a:t>
            </a:r>
            <a:r>
              <a:rPr lang="en-US" dirty="0"/>
              <a:t>of axons and orientations affect the results </a:t>
            </a:r>
          </a:p>
        </p:txBody>
      </p:sp>
    </p:spTree>
    <p:extLst>
      <p:ext uri="{BB962C8B-B14F-4D97-AF65-F5344CB8AC3E}">
        <p14:creationId xmlns:p14="http://schemas.microsoft.com/office/powerpoint/2010/main" val="274393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90EF3-C9FE-34A4-97EE-F619C75AF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913330-A8B0-934B-A231-E0D24FA2C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79" y="0"/>
            <a:ext cx="7772400" cy="52826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FD29D1-EC52-41F1-71FA-1FDAAECD3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166" y="1757666"/>
            <a:ext cx="7816636" cy="510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708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5A2852-EEA6-4087-5318-8642744EE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0" y="4467372"/>
            <a:ext cx="5836024" cy="20800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526465-92D8-002A-D374-DC084F273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" y="310534"/>
            <a:ext cx="4737848" cy="16886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5BBD09-E3F7-8288-F58F-7B2AF5D61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0164" y="177133"/>
            <a:ext cx="5486400" cy="19554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9F01CB-E958-6066-F09D-7703C8EA02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082" y="2243988"/>
            <a:ext cx="5123329" cy="182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045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04B108-BF2E-DC51-E867-ADB2BFF08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765" y="1056715"/>
            <a:ext cx="47752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103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13044</TotalTime>
  <Words>49</Words>
  <Application>Microsoft Macintosh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Jie</dc:creator>
  <cp:lastModifiedBy>Wang, Jie</cp:lastModifiedBy>
  <cp:revision>13</cp:revision>
  <dcterms:created xsi:type="dcterms:W3CDTF">2025-12-03T18:41:59Z</dcterms:created>
  <dcterms:modified xsi:type="dcterms:W3CDTF">2025-12-17T19:41:10Z</dcterms:modified>
</cp:coreProperties>
</file>