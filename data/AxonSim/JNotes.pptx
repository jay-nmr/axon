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a96c81c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a96c81c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cf7143b9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cf7143b9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3d5d2e5d6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3d5d2e5d6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9e6f72c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9e6f72c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a2678754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a2678754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a96c81ca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6a96c81ca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23dfe040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23dfe040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d5d2e5d6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d5d2e5d6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9e6f72c32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9e6f72c32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a2678754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a2678754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a96c81ca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6a96c81ca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23dfe040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623dfe040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3d5d2e5d6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3d5d2e5d6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9e6f72c32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9e6f72c32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a267875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a267875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a96c81ca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6a96c81ca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623dfe040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623dfe040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3d5d2e5d6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3d5d2e5d6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9e6f72c32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9e6f72c32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a2678754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a2678754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a96c81ca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6a96c81ca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23dfe040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623dfe040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3d5d2e5d6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3d5d2e5d6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9e6f72c32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a9e6f72c32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a2678754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aa2678754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a96c81ca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6a96c81ca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23dfe040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623dfe04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3d5d2e5d6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3d5d2e5d6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9e6f72c32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a9e6f72c32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a2678754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aa2678754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623dfe040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623dfe040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639197061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639197061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639197061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639197061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3cf7143b9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3cf7143b9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639197061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639197061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3cf7143b9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3cf7143b9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3cf7143b9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3cf7143b9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3cf7143b9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3cf7143b9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3cf7143b9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3cf7143b9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3cf7143b9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3cf7143b9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4.png"/><Relationship Id="rId5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Relationship Id="rId5" Type="http://schemas.openxmlformats.org/officeDocument/2006/relationships/image" Target="../media/image4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9.png"/><Relationship Id="rId4" Type="http://schemas.openxmlformats.org/officeDocument/2006/relationships/image" Target="../media/image4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4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2.png"/><Relationship Id="rId4" Type="http://schemas.openxmlformats.org/officeDocument/2006/relationships/image" Target="../media/image5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Relationship Id="rId4" Type="http://schemas.openxmlformats.org/officeDocument/2006/relationships/image" Target="../media/image33.png"/><Relationship Id="rId5" Type="http://schemas.openxmlformats.org/officeDocument/2006/relationships/image" Target="../media/image3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1.png"/><Relationship Id="rId4" Type="http://schemas.openxmlformats.org/officeDocument/2006/relationships/image" Target="../media/image53.png"/><Relationship Id="rId5" Type="http://schemas.openxmlformats.org/officeDocument/2006/relationships/image" Target="../media/image5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3.png"/><Relationship Id="rId4" Type="http://schemas.openxmlformats.org/officeDocument/2006/relationships/image" Target="../media/image5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1.png"/><Relationship Id="rId4" Type="http://schemas.openxmlformats.org/officeDocument/2006/relationships/image" Target="../media/image4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6.png"/><Relationship Id="rId4" Type="http://schemas.openxmlformats.org/officeDocument/2006/relationships/image" Target="../media/image4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3.png"/><Relationship Id="rId4" Type="http://schemas.openxmlformats.org/officeDocument/2006/relationships/image" Target="../media/image57.png"/><Relationship Id="rId5" Type="http://schemas.openxmlformats.org/officeDocument/2006/relationships/image" Target="../media/image5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7.png"/><Relationship Id="rId4" Type="http://schemas.openxmlformats.org/officeDocument/2006/relationships/image" Target="../media/image58.png"/><Relationship Id="rId5" Type="http://schemas.openxmlformats.org/officeDocument/2006/relationships/image" Target="../media/image4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4.png"/><Relationship Id="rId4" Type="http://schemas.openxmlformats.org/officeDocument/2006/relationships/image" Target="../media/image6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5.png"/><Relationship Id="rId4" Type="http://schemas.openxmlformats.org/officeDocument/2006/relationships/image" Target="../media/image7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2.png"/><Relationship Id="rId4" Type="http://schemas.openxmlformats.org/officeDocument/2006/relationships/image" Target="../media/image62.png"/><Relationship Id="rId5" Type="http://schemas.openxmlformats.org/officeDocument/2006/relationships/image" Target="../media/image6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1.png"/><Relationship Id="rId4" Type="http://schemas.openxmlformats.org/officeDocument/2006/relationships/image" Target="../media/image60.png"/><Relationship Id="rId5" Type="http://schemas.openxmlformats.org/officeDocument/2006/relationships/image" Target="../media/image6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8.png"/><Relationship Id="rId4" Type="http://schemas.openxmlformats.org/officeDocument/2006/relationships/image" Target="../media/image7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5.png"/><Relationship Id="rId4" Type="http://schemas.openxmlformats.org/officeDocument/2006/relationships/image" Target="../media/image7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6.png"/><Relationship Id="rId4" Type="http://schemas.openxmlformats.org/officeDocument/2006/relationships/image" Target="../media/image8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7.png"/><Relationship Id="rId4" Type="http://schemas.openxmlformats.org/officeDocument/2006/relationships/image" Target="../media/image7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creen Shot 2025-06-23 at 3.43.09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349" y="219225"/>
            <a:ext cx="5496700" cy="4705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Screen Shot 2025-06-23 at 3.44.56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4224" y="1258100"/>
            <a:ext cx="3056151" cy="2367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9450" y="856313"/>
            <a:ext cx="4621450" cy="3302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2550" y="881388"/>
            <a:ext cx="4621450" cy="325255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478700" y="356475"/>
            <a:ext cx="609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Displacement along the x-axis, where x-axis is along the axon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78925"/>
            <a:ext cx="4511375" cy="32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2614" y="678925"/>
            <a:ext cx="4511386" cy="32240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570375" y="183325"/>
            <a:ext cx="49398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Diffusion coefficient along the x-axis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570375" y="285175"/>
            <a:ext cx="608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Displacement along the y-axis, where y-axis is orthogonal to axon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450" y="1850877"/>
            <a:ext cx="4364900" cy="297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2350" y="1873675"/>
            <a:ext cx="4297999" cy="292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62000" y="1"/>
            <a:ext cx="2482580" cy="180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/>
        </p:nvSpPr>
        <p:spPr>
          <a:xfrm>
            <a:off x="570375" y="285175"/>
            <a:ext cx="608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Displacement along the y-axis, where y-axis is orthogonal to axon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5376" y="0"/>
            <a:ext cx="3128624" cy="227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7905" y="2276850"/>
            <a:ext cx="4207170" cy="286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775" y="2342850"/>
            <a:ext cx="4110300" cy="280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 title="Screen Shot 2025-06-23 at 3.49.56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594490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 title="Screen Shot 2025-06-23 at 3.50.13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2965" y="1047475"/>
            <a:ext cx="3092310" cy="2445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35050"/>
            <a:ext cx="4542456" cy="324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1550" y="660075"/>
            <a:ext cx="4542450" cy="3196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34150"/>
            <a:ext cx="4572000" cy="3267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834150"/>
            <a:ext cx="4572000" cy="326739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" name="Google Shape;104;p20"/>
          <p:cNvCxnSpPr/>
          <p:nvPr/>
        </p:nvCxnSpPr>
        <p:spPr>
          <a:xfrm rot="10800000">
            <a:off x="4983950" y="1745675"/>
            <a:ext cx="3866400" cy="177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/>
        </p:nvSpPr>
        <p:spPr>
          <a:xfrm>
            <a:off x="570375" y="285175"/>
            <a:ext cx="608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Displacement along the y-axis, where y-axis is orthogonal to axon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2338" y="94600"/>
            <a:ext cx="3004987" cy="218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5700" y="2345900"/>
            <a:ext cx="388620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5800" y="2203675"/>
            <a:ext cx="3886200" cy="26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/>
        </p:nvSpPr>
        <p:spPr>
          <a:xfrm>
            <a:off x="570375" y="285175"/>
            <a:ext cx="608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Displacement along the y-axis, where y-axis is orthogonal to axon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0498" y="0"/>
            <a:ext cx="3223502" cy="234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375" y="2345900"/>
            <a:ext cx="388620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5450" y="2345900"/>
            <a:ext cx="4002300" cy="272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3" title="Screen Shot 2025-06-23 at 3.52.04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863646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3" title="Screen Shot 2025-06-23 at 3.52.19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8446" y="1433388"/>
            <a:ext cx="2823154" cy="2276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54425"/>
            <a:ext cx="4572000" cy="3267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854425"/>
            <a:ext cx="4572000" cy="3217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650"/>
            <a:ext cx="4572000" cy="3267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009650"/>
            <a:ext cx="4572000" cy="32673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/>
        </p:nvSpPr>
        <p:spPr>
          <a:xfrm>
            <a:off x="570375" y="285175"/>
            <a:ext cx="608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Displacement along the y-axis, where y-axis is orthogonal to axon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8769" y="86600"/>
            <a:ext cx="3104505" cy="225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7350" y="2405875"/>
            <a:ext cx="388620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3350" y="2243275"/>
            <a:ext cx="3886200" cy="26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/>
        </p:nvSpPr>
        <p:spPr>
          <a:xfrm>
            <a:off x="570375" y="285175"/>
            <a:ext cx="608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Displacement along the y-axis, where y-axis is orthogonal to axon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1514" y="0"/>
            <a:ext cx="3082486" cy="224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7125" y="2332300"/>
            <a:ext cx="388620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1600" y="2243275"/>
            <a:ext cx="3886200" cy="26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8" title="Screen Shot 2025-06-23 at 3.57.33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9401" y="1518150"/>
            <a:ext cx="3015099" cy="2706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8" title="Screen Shot 2025-06-23 at 3.58.36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8500"/>
            <a:ext cx="5595501" cy="495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05275"/>
            <a:ext cx="4572000" cy="3217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705275"/>
            <a:ext cx="4572000" cy="3161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18525"/>
            <a:ext cx="4572000" cy="3267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018525"/>
            <a:ext cx="4572000" cy="326739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3" name="Google Shape;173;p30"/>
          <p:cNvCxnSpPr/>
          <p:nvPr/>
        </p:nvCxnSpPr>
        <p:spPr>
          <a:xfrm rot="10800000">
            <a:off x="5049200" y="2814075"/>
            <a:ext cx="3866400" cy="93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/>
        </p:nvSpPr>
        <p:spPr>
          <a:xfrm>
            <a:off x="570375" y="285175"/>
            <a:ext cx="608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Displacement along the y-axis, where y-axis is orthogonal to axon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4225" y="0"/>
            <a:ext cx="3134975" cy="228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2462" y="2281475"/>
            <a:ext cx="3938588" cy="272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6900" y="2281475"/>
            <a:ext cx="3829050" cy="26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/>
        </p:nvSpPr>
        <p:spPr>
          <a:xfrm>
            <a:off x="570375" y="285175"/>
            <a:ext cx="608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Displacement along the y-axis, where y-axis is orthogonal to axon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3000" y="0"/>
            <a:ext cx="3121000" cy="227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3900" y="2433875"/>
            <a:ext cx="388620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4450" y="2397950"/>
            <a:ext cx="3991635" cy="271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3" title="Screen Shot 2025-06-23 at 4.00.49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479587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3" title="Screen Shot 2025-06-23 at 4.01.04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1937" y="977275"/>
            <a:ext cx="3207213" cy="2561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73825"/>
            <a:ext cx="4572000" cy="3267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073825"/>
            <a:ext cx="4572000" cy="3217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00" y="838200"/>
            <a:ext cx="4501600" cy="3217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2400" y="838200"/>
            <a:ext cx="4501600" cy="32170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8" name="Google Shape;208;p35"/>
          <p:cNvCxnSpPr/>
          <p:nvPr/>
        </p:nvCxnSpPr>
        <p:spPr>
          <a:xfrm rot="10800000">
            <a:off x="5204125" y="2748800"/>
            <a:ext cx="3687000" cy="75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6"/>
          <p:cNvSpPr txBox="1"/>
          <p:nvPr/>
        </p:nvSpPr>
        <p:spPr>
          <a:xfrm>
            <a:off x="570375" y="285175"/>
            <a:ext cx="608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Displacement along the y-axis, where y-axis is orthogonal to axon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4" name="Google Shape;21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4801" y="83650"/>
            <a:ext cx="2521224" cy="183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775" y="1918478"/>
            <a:ext cx="4150625" cy="2828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3825" y="1918475"/>
            <a:ext cx="4398175" cy="299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 txBox="1"/>
          <p:nvPr/>
        </p:nvSpPr>
        <p:spPr>
          <a:xfrm>
            <a:off x="570375" y="285175"/>
            <a:ext cx="608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Displacement along the y-axis, where y-axis is orthogonal to axon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2" name="Google Shape;22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2175" y="80525"/>
            <a:ext cx="2800898" cy="203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4150" y="2260725"/>
            <a:ext cx="388620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5800" y="2260725"/>
            <a:ext cx="3886200" cy="26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8" title="Screen Shot 2025-06-23 at 4.02.36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961656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8" title="Screen Shot 2025-06-23 at 4.02.53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0131" y="933425"/>
            <a:ext cx="3725144" cy="2862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42175"/>
            <a:ext cx="4572000" cy="3267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2" y="942175"/>
            <a:ext cx="4572000" cy="3217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38525"/>
            <a:ext cx="4572000" cy="3267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938525"/>
            <a:ext cx="4572000" cy="32673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1"/>
          <p:cNvSpPr txBox="1"/>
          <p:nvPr/>
        </p:nvSpPr>
        <p:spPr>
          <a:xfrm>
            <a:off x="570375" y="285175"/>
            <a:ext cx="608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Displacement along the y-axis, where y-axis is orthogonal to axon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3875" y="61300"/>
            <a:ext cx="2814275" cy="204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8325" y="2313050"/>
            <a:ext cx="382905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5375" y="2313050"/>
            <a:ext cx="3829050" cy="26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2"/>
          <p:cNvSpPr txBox="1"/>
          <p:nvPr/>
        </p:nvSpPr>
        <p:spPr>
          <a:xfrm>
            <a:off x="570375" y="285175"/>
            <a:ext cx="608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Displacement along the y-axis, where y-axis is orthogonal to axon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6" name="Google Shape;25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3050" y="0"/>
            <a:ext cx="3260950" cy="237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2600" y="2373150"/>
            <a:ext cx="388620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2400" y="2237950"/>
            <a:ext cx="4084625" cy="278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4"/>
          <p:cNvSpPr txBox="1"/>
          <p:nvPr/>
        </p:nvSpPr>
        <p:spPr>
          <a:xfrm>
            <a:off x="625300" y="332825"/>
            <a:ext cx="72111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Axon 4, 10,000 particles, Re-step boundary method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68" name="Google Shape;268;p44" title="Screenshot 2025-07-30 at 12.03.35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500" y="898850"/>
            <a:ext cx="5477784" cy="3860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4" title="Screenshot 2025-07-30 at 12.03.45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3684" y="1604825"/>
            <a:ext cx="3077916" cy="2148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5"/>
          <p:cNvSpPr txBox="1"/>
          <p:nvPr/>
        </p:nvSpPr>
        <p:spPr>
          <a:xfrm>
            <a:off x="625300" y="332825"/>
            <a:ext cx="72111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Axon 4, 10,000 particles, Rebound boundary method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75" name="Google Shape;275;p45" title="Screenshot 2025-07-30 at 12.05.26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875" y="929125"/>
            <a:ext cx="5380174" cy="386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5" title="Screenshot 2025-07-30 at 12.05.36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7274" y="1524150"/>
            <a:ext cx="3014152" cy="2001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6"/>
          <p:cNvSpPr txBox="1"/>
          <p:nvPr/>
        </p:nvSpPr>
        <p:spPr>
          <a:xfrm>
            <a:off x="625300" y="332825"/>
            <a:ext cx="72111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Axon 261, 10,000 particles, Re-step boundary method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82" name="Google Shape;282;p46" title="Screenshot 2025-07-30 at 11.59.51 AM.png"/>
          <p:cNvPicPr preferRelativeResize="0"/>
          <p:nvPr/>
        </p:nvPicPr>
        <p:blipFill rotWithShape="1">
          <a:blip r:embed="rId3">
            <a:alphaModFix/>
          </a:blip>
          <a:srcRect b="0" l="0" r="0" t="4671"/>
          <a:stretch/>
        </p:blipFill>
        <p:spPr>
          <a:xfrm>
            <a:off x="352975" y="762951"/>
            <a:ext cx="5528324" cy="3955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6" title="Screenshot 2025-07-30 at 12.00.09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1292" y="1614925"/>
            <a:ext cx="3120383" cy="2158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7"/>
          <p:cNvSpPr txBox="1"/>
          <p:nvPr/>
        </p:nvSpPr>
        <p:spPr>
          <a:xfrm>
            <a:off x="625300" y="332825"/>
            <a:ext cx="72111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Axon 261, 10,000 particles, Reflect boundary method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89" name="Google Shape;289;p47" title="Screenshot 2025-07-30 at 12.00.30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950" y="856300"/>
            <a:ext cx="5704726" cy="402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7" title="Screenshot 2025-07-30 at 12.01.21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2976" y="1665350"/>
            <a:ext cx="2848524" cy="1925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